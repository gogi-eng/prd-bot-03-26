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6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_what_is_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_ta_vs_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_candle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_bulls_b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_w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_time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_ham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_shooting_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_doj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_maruboz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_bullish_engulf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_bearish_engulf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5_support_res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6_fake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7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8_risk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9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711D1E3-92A6-44B3-8EE9-5E6E4D342A4E}"/>
              </a:ext>
            </a:extLst>
          </p:cNvPr>
          <p:cNvSpPr/>
          <p:nvPr/>
        </p:nvSpPr>
        <p:spPr>
          <a:xfrm>
            <a:off x="2118511" y="5332491"/>
            <a:ext cx="7930836" cy="3440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Широкоэкранный</PresentationFormat>
  <Paragraphs>0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Дубовик Виктор Викторович</cp:lastModifiedBy>
  <cp:revision>2</cp:revision>
  <dcterms:created xsi:type="dcterms:W3CDTF">2013-01-27T09:14:16Z</dcterms:created>
  <dcterms:modified xsi:type="dcterms:W3CDTF">2026-06-18T07:57:10Z</dcterms:modified>
  <cp:category/>
</cp:coreProperties>
</file>